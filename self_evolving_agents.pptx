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411480" cy="6693408"/>
          </a:xfrm>
          <a:prstGeom prst="rect">
            <a:avLst/>
          </a:prstGeom>
          <a:solidFill>
            <a:srgbClr val="162449"/>
          </a:solidFill>
          <a:ln w="12700">
            <a:solidFill>
              <a:srgbClr val="162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DEEP-DIVE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ratchet for prompts, harness, and context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only ever moves forward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D5C"/>
          </a:solidFill>
          <a:ln w="15875">
            <a:solidFill>
              <a:srgbClr val="5B7C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4553712"/>
            <a:ext cx="164592" cy="164592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361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· autoresearch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434340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D5C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7448" y="4553712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4361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continual learning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34340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E2D5C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9328" y="455371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4361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· meta-harness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auto_research_self_improving_agents  ·  evoagent library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Apr 2026 · post-ratchet refactor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agents don't get better — they get redeployed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120640" cy="420624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4206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4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typical production agent's improvement comes from the agent itself.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663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tweak, retry, tool config, and reasoning hack is a human applying changes between releases.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920240"/>
            <a:ext cx="5669280" cy="420624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AT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prompts rot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99008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 distribution drifts away from whatever benchmark you tuned 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is hand-tuned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413308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time budgets, loop thresholds, reasoning effort — magic numbers chosen once.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4892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evaporate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527608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run is forgotten. Every failure is rediscovered next week.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learning surfaces — and a ratchet that never rolls back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11680"/>
            <a:ext cx="3657600" cy="33832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011680"/>
            <a:ext cx="73152" cy="3383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fine-tune. The weights stay where the vendor left them.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 class, called via LangChain init_chat_model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657600" cy="33832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011680"/>
            <a:ext cx="73152" cy="338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(evolved)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stack: retries, loops, time, reasoning effort, verification, tracing.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HarnessConfig v0001 → v0002 → v0003 …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83880" y="2011680"/>
            <a:ext cx="3657600" cy="33832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2011680"/>
            <a:ext cx="73152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5820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(evolved)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31546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skill library, episodic + semantic memory.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58200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PromptStore v0001 → v0002 → v0003 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62356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669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RATCHET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943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only replaces the champion if it wins a pairwise held-out comparison. Promotions are monotonic — we never silently roll back because a running average drifted.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pieces of work this system stands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11064240" cy="141732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141732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github.com/karpathy/autoresearch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insight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24231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evolves prompts &amp; skills. Outer loop evolves the code that runs the inner loop.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75320" y="2423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the two-speed loop and add a daemon between runs + a frozen promotion baseline.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141732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20440"/>
            <a:ext cx="73152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 for agents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blog.langchain.com/continual-learning-for-ai-agents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insight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20640" y="3977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surfaces: model, harness, context. Don't fine-tune what you can edit in prompt.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7532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5320" y="3977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adopt the three-surface frame and run both harness and context evolution in production.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141732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07492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57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532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 (yoonholee)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7240" y="5989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yoonholee.com/meta-harness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5257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insight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5532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optimizer that edits harness parameters, validated with held-out tasks and pairwise judging.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5257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75320" y="55321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reuse that pairwise gate idea for BOTH prompt and harness optimization.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Two-speed loop, plus a daemon that closes the ratchet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11064240" cy="461772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73152" cy="461772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 ·  autoresearch  ·  changes the code itself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10515600" cy="365760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43200"/>
            <a:ext cx="73152" cy="3657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34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DAEMON  ·  runs every 60s  ·  fires on ≥3 new traces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9966960" cy="2743200"/>
          </a:xfrm>
          <a:prstGeom prst="rect">
            <a:avLst/>
          </a:prstGeom>
          <a:solidFill>
            <a:srgbClr val="253566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611880"/>
            <a:ext cx="7315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+ CONTEXT  ·  versioned stores with frozen promotion baselines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480560"/>
            <a:ext cx="9418320" cy="1828800"/>
          </a:xfrm>
          <a:prstGeom prst="rect">
            <a:avLst/>
          </a:prstGeom>
          <a:solidFill>
            <a:srgbClr val="0B1437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00200" y="4572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 ·  LangGraph deep agent  ·  executes one user task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502920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162449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5138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5486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Reasoning-heavy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sub-goals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502920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16244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5138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5486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read, tools,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63840" y="5029200"/>
            <a:ext cx="3017520" cy="1097280"/>
          </a:xfrm>
          <a:prstGeom prst="roundRect">
            <a:avLst>
              <a:gd name="adj" fmla="val 6667"/>
            </a:avLst>
          </a:prstGeom>
          <a:solidFill>
            <a:srgbClr val="16244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5138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01000" y="5486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 ensemble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packages: reusable library + research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577840" cy="45720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457200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7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evoagent/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578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pip-installable library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parsing, LLM factory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middleware classes + builder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graders/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4069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efficiency, multi-judge, task-completion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4572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+ semantic store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library loader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5577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read, sub-agent factory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1920240"/>
            <a:ext cx="5577840" cy="45720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5080" y="1920240"/>
            <a:ext cx="73152" cy="4572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103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29400" y="25786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app &amp; evolution engine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35440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deep_agent.py, prompt_store.py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3566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evolution/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daemon, orchestrator, optimizers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evolution/graders/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5440" y="4069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claim_verification, quality, fact_checker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35440" y="4572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 (pydantic)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research_tasks.json  (holdout source)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29400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traces/, prompts/, harness_config/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35440" y="5577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state on disk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middleware layers wrap every agent call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196596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ContextAssembly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prompt version, skills, episodic+semantic memory, env detect.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920240"/>
            <a:ext cx="73152" cy="1965960"/>
          </a:xfrm>
          <a:prstGeom prst="rect">
            <a:avLst/>
          </a:prstGeom>
          <a:solidFill>
            <a:srgbClr val="8FA8FF"/>
          </a:solidFill>
          <a:ln w="12700">
            <a:solidFill>
              <a:srgbClr val="8F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ReasoningSandwich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Bookends execution with plan↔verify high-effort reasoning passes.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920240"/>
            <a:ext cx="73152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TimeBudget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51460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at 60%/85% of budget_seconds, hard stops otherwise.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23360"/>
            <a:ext cx="73152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160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LoopDetection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repeated tool calls, edit thrash, or echo loops.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402336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4023360"/>
            <a:ext cx="73152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160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SelfVerification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0" y="4617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AIMessage, checks required_sections + completion checks; can jump back to model for a revision pass.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402336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4023360"/>
            <a:ext cx="73152" cy="1965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160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6968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TraceCapture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1040" y="46177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every run to run_log.jsonl — the daemon's event source.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evoagent/harness/builder.py composes these into one LangGraph agent — every parameter is a field on HarnessConfig.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user submits a task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champion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PromptStore &amp; HarnessConfigStore each return the LATEST version (the ratchet head).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148840"/>
            <a:ext cx="502920" cy="502920"/>
          </a:xfrm>
          <a:prstGeom prst="ellipse">
            <a:avLst/>
          </a:prstGeom>
          <a:solidFill>
            <a:srgbClr val="8FA8FF"/>
          </a:solidFill>
          <a:ln w="12700">
            <a:solidFill>
              <a:srgbClr val="8F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6636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context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matching skills + relevant episodic memories.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14884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1540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Act → Verify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Middleware-wrapped LangGraph deep agent runs the task with sub-agents &amp; tools.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extract_output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messages in reverse, returns first non-empty AIMessage — SELF-CHECK HumanMessages are filtered.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402336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25196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+ task-completion + multi-judge + claim-verification; update running score on champion.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4023360"/>
            <a:ext cx="365760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425196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91540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trace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TraceCapture writes to traces/run_log.jsonl — the daemon is watching.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truth? Stack four graders and triangulate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57784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1965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EfficiencyGrader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0.5·tokens + 0.3·steps + 0.2·latency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piecewise-linear decay against budgets.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93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signal on every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57784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920240"/>
            <a:ext cx="73152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task_completion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33272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4688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judge asks: did the output actually answer the task?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pass/fail + score.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493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gate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57784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23360"/>
            <a:ext cx="73152" cy="1965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MultiJudgeGrader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6344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LLM + median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judges via ThreadPool.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aggregation.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[low_agreement] flag when spread &gt; 0.3.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5961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quality signal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023360"/>
            <a:ext cx="557784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4023360"/>
            <a:ext cx="73152" cy="196596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claim_verification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332720" y="4206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verify → web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4572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_extract_claims → _verify_claims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· consistency + 0.4 · web spot-check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corroborated / inconclusive / contradicted.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55961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Reference-free: no labeled dataset is required. The held-out gate uses pairwise judgments, not absolute scores.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between-runs loop that closes the ratchet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1783080" cy="27432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" cy="274320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286000"/>
            <a:ext cx="685800" cy="685800"/>
          </a:xfrm>
          <a:prstGeom prst="ellipse">
            <a:avLst/>
          </a:prstGeom>
          <a:solidFill>
            <a:srgbClr val="0B1437"/>
          </a:solidFill>
          <a:ln w="25400">
            <a:solidFill>
              <a:srgbClr val="5B7C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run_log.jsonl every 60s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322576" y="3291840"/>
            <a:ext cx="109728" cy="182880"/>
          </a:xfrm>
          <a:prstGeom prst="rtTriangle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2011680"/>
            <a:ext cx="1783080" cy="27432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5728" y="2011680"/>
            <a:ext cx="73152" cy="2743200"/>
          </a:xfrm>
          <a:prstGeom prst="rect">
            <a:avLst/>
          </a:prstGeom>
          <a:solidFill>
            <a:srgbClr val="8FA8FF"/>
          </a:solidFill>
          <a:ln w="12700">
            <a:solidFill>
              <a:srgbClr val="8FA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44368" y="2286000"/>
            <a:ext cx="685800" cy="685800"/>
          </a:xfrm>
          <a:prstGeom prst="ellipse">
            <a:avLst/>
          </a:prstGeom>
          <a:solidFill>
            <a:srgbClr val="0B1437"/>
          </a:solidFill>
          <a:ln w="25400">
            <a:solidFill>
              <a:srgbClr val="8F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32888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32888" y="35661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when ≥3 new traces since last cycle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169664" y="3291840"/>
            <a:ext cx="109728" cy="182880"/>
          </a:xfrm>
          <a:prstGeom prst="rtTriangle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42816" y="2011680"/>
            <a:ext cx="1783080" cy="27432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42816" y="2011680"/>
            <a:ext cx="73152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91456" y="2286000"/>
            <a:ext cx="685800" cy="685800"/>
          </a:xfrm>
          <a:prstGeom prst="ellipse">
            <a:avLst/>
          </a:prstGeom>
          <a:solidFill>
            <a:srgbClr val="0B1437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379976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79976" y="35661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failures, extract feedback summaries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6016752" y="3291840"/>
            <a:ext cx="109728" cy="182880"/>
          </a:xfrm>
          <a:prstGeom prst="rtTriangle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9904" y="2011680"/>
            <a:ext cx="1783080" cy="27432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9904" y="2011680"/>
            <a:ext cx="7315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38544" y="2286000"/>
            <a:ext cx="685800" cy="685800"/>
          </a:xfrm>
          <a:prstGeom prst="ellipse">
            <a:avLst/>
          </a:prstGeom>
          <a:solidFill>
            <a:srgbClr val="0B143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38544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27064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27064" y="35661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optimizer + harness optimizer propose n=2 candidates each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rot="5400000">
            <a:off x="7863840" y="3291840"/>
            <a:ext cx="109728" cy="182880"/>
          </a:xfrm>
          <a:prstGeom prst="rtTriangle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36992" y="2011680"/>
            <a:ext cx="1783080" cy="27432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36992" y="2011680"/>
            <a:ext cx="73152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85632" y="2286000"/>
            <a:ext cx="685800" cy="685800"/>
          </a:xfrm>
          <a:prstGeom prst="ellipse">
            <a:avLst/>
          </a:prstGeom>
          <a:solidFill>
            <a:srgbClr val="0B1437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85632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074152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074152" y="35661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held-out gate: candidate vs champion on stable task split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 rot="5400000">
            <a:off x="9710928" y="3291840"/>
            <a:ext cx="109728" cy="182880"/>
          </a:xfrm>
          <a:prstGeom prst="rtTriangle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011680"/>
            <a:ext cx="1783080" cy="27432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84080" y="2011680"/>
            <a:ext cx="73152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32720" y="2286000"/>
            <a:ext cx="685800" cy="685800"/>
          </a:xfrm>
          <a:prstGeom prst="ellipse">
            <a:avLst/>
          </a:prstGeom>
          <a:solidFill>
            <a:srgbClr val="0B1437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33272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921240" y="3108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921240" y="35661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becomes new LATEST version; promotion_score frozen at the winning score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4983480"/>
            <a:ext cx="73152" cy="1280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5047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· WHAT IT DOES NOT DO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retrain the model. It does not re-rank versions by running average. It does not auto-rollback. The daemon's only write operation is appending a new version to a store — always forward.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RATCHET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promotion_score + LATEST-wins = monotonic progress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669280" cy="45720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4572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SCORES PER VERSION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promotion_score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at add-version time. The stable baseline the optimizer uses to compare champions. Never mutated by update_score.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observation. Incremental average over post-promotion runs. Drifts up or down — tells the optimizer WHEN to try, never WHICH version is live.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440680"/>
            <a:ext cx="5303520" cy="960120"/>
          </a:xfrm>
          <a:prstGeom prst="rect">
            <a:avLst/>
          </a:prstGeom>
          <a:solidFill>
            <a:srgbClr val="0B1437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486400"/>
            <a:ext cx="52120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get_current_prompt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
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vs = self.get_all_versions()
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8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vs[-</a:t>
            </a:r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].prompt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5212080" cy="45720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920240"/>
            <a:ext cx="73152" cy="4572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LATEST-WINS SELECTION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5394960"/>
            <a:ext cx="4754880" cy="73152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5577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5458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promotion_score 0.62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5760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score   0.59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4617720"/>
            <a:ext cx="4754880" cy="73152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4800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4681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promotion_score 0.68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4983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score   0.65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3840480"/>
            <a:ext cx="4754880" cy="73152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023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3904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promotion_score 0.74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score   0.66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3063240"/>
            <a:ext cx="4754880" cy="731520"/>
          </a:xfrm>
          <a:prstGeom prst="rect">
            <a:avLst/>
          </a:prstGeom>
          <a:solidFill>
            <a:srgbClr val="25356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98080" y="3127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promotion_score 0.79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score   0.77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104120" y="3264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LATEST = active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6172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v3's running score drifted below v2 — but v4 won its held-out gate, so v4 is live. No rollback.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OPTIMIZATION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Multi-candidate proposal + held-out pairwise gate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669280" cy="45720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457200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377440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3591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failures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6334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recent failed/low-score traces; extract feedback_summary.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1821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 n=2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4564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optimizer LLM to produce 2 candidate system prompts.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023360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005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_validate_on_holdout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42793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champion and candidate fresh on stable holdout tasks.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4846320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828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pairwise_compare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5102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picks winner per task; strict majority required.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5669280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add_version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59253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new prompt with promotion_score frozen at winning score.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1920240"/>
            <a:ext cx="5212080" cy="45720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920240"/>
            <a:ext cx="73152" cy="4572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PAIRWISE GATE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2377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tasks/research_tasks.json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_split_tasks(all)  →  training / holdout  (stable seed)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9400" y="3108960"/>
            <a:ext cx="4754880" cy="2743200"/>
          </a:xfrm>
          <a:prstGeom prst="rect">
            <a:avLst/>
          </a:prstGeom>
          <a:solidFill>
            <a:srgbClr val="0B1437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task in holdout: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old_out = run(champion, task)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084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new_out = run(candidate, task)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3986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winner = pairwise_compare(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2084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llm, task, old, new)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208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new_wins &gt; old_wins: promote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084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keep champion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084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errors count as candidate losses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20840" y="5303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holdout &lt; 2 → training-batch fallback (warned)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5897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Apples-to-apples: same tasks, same prompt for champion, only the candidate prompt changes.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OPTIMIZATION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gate, different surface — ~20 tunable parameters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669280" cy="45720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4572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HarnessConfig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src/evolution/harness_config.py  ·  dataclass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max_retries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2743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SelfVerification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044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min_length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3044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3044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SelfVerification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346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required_sections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33467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[summary, …]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SelfVerification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6484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max_similar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54680" y="3648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950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max_total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54680" y="3950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LoopDetection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251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max_file_edits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54680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553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budget_seconds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54680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4553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TimeBudget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4855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warn_at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54680" y="4855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[0.6, 0.85]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4855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TimeBudget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" y="5157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planning_effort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54680" y="5157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0" y="5157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ReasoningSandwich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5458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implementation_effort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54680" y="5458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5458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ReasoningSandwich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5760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verification_effort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154680" y="5760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0" y="5760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ReasoningSandwich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" y="6062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search_max_results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154680" y="60624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89120" y="6062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tool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0" y="1920240"/>
            <a:ext cx="5212080" cy="457200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1920240"/>
            <a:ext cx="73152" cy="4572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OPTIMIZER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29400" y="246888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94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132320" y="24505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32320" y="27432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HarnessConfig (n=2) from LLM given current params + recent failure summary.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29400" y="34747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132320" y="3456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validate_candidate_harness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32320" y="3749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held-out gate: run both configs through the full agent, same prompt, same tasks.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29400" y="44805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132320" y="4462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 majority wins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132320" y="47548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must beat champion on &gt;50% of holdout tasks. Errors count as candidate losses.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29400" y="548640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2940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132320" y="54681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HarnessConfigStore.save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32320" y="57607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written. promotion_score frozen at the winning score — update_score never touches it.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WE PLUGGED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silent failure modes the ratchet closed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57784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1965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SELF-CHECK output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7360" y="25146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extract_output() returned the last message of any type — sometimes the injected SELF-CHECK HumanMessage.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31546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walks in reverse and returns the first non-empty AIMessage. The rubric never scores an echo of itself.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557784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920240"/>
            <a:ext cx="73152" cy="1965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pass never ran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514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06640" y="25146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SelfVerificationMiddleware queued a revision HumanMessage but LangGraph had no permission to jump back to the model.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06640" y="31546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@hook_config(can_jump_to=["model"]) + jump_to="model" in the return — the revision loop actually fires.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557784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23360"/>
            <a:ext cx="73152" cy="1965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160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Running-average rollback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4617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get_current_prompt() selected by max(score). A champion whose running avg drifted could lose to an older version.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5257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37360" y="5257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versions[-1] — LATEST wins. promotion_score is frozen and only used for cross-version comparison.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023360"/>
            <a:ext cx="5577840" cy="196596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023360"/>
            <a:ext cx="73152" cy="1965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160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3232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promotions un-gated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92240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06640" y="4617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optimizer promoted on single-batch scoring — noisy, optimistic, overfit to whatever recently failed.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5257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06640" y="5257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validate_candidate_harness runs a pairwise held-out gate. Strict majority. Errors count as losses, defensively.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eb38a76 · fix: ratchet promotion gates and stop scoring phantom self-check output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of success recipes AND failure antibodies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577840" cy="42976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4297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skills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from high-scoring runs. Small, reusable playbooks the agent injects as context when tags match.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5029200" cy="2606040"/>
          </a:xfrm>
          <a:prstGeom prst="rect">
            <a:avLst/>
          </a:prstGeom>
          <a:solidFill>
            <a:srgbClr val="0B1437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deep-competitor-scan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triggers: [competitor, market]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identify top 5 public comps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pull 10-K risk factors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diff against target company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920240"/>
            <a:ext cx="5577840" cy="42976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920240"/>
            <a:ext cx="73152" cy="4297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skills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2606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from failed runs. Describe the failure mode so the agent recognizes and avoids it next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3520440"/>
            <a:ext cx="5029200" cy="2606040"/>
          </a:xfrm>
          <a:prstGeom prst="rect">
            <a:avLst/>
          </a:prstGeom>
          <a:solidFill>
            <a:srgbClr val="0B1437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56616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avoid-single-source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triggers: [research, claim]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do not ground a numeric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claim on a single blog post.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spot-check via web search.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matched by triggers, gated by a relevance scorer, and injected into ContextAssembly.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+ semantic + sleep-time compression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11680"/>
            <a:ext cx="3657600" cy="42976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011680"/>
            <a:ext cx="73152" cy="4297680"/>
          </a:xfrm>
          <a:prstGeom prst="rect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Run-by-run JSONL records: task, trajectory, output, scores, feedback summary. Fed to the daemon.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5486400"/>
            <a:ext cx="3108960" cy="548640"/>
          </a:xfrm>
          <a:prstGeom prst="rect">
            <a:avLst/>
          </a:prstGeom>
          <a:solidFill>
            <a:srgbClr val="0B1437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55595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traces/run_log.jsonl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011680"/>
            <a:ext cx="3657600" cy="42976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011680"/>
            <a:ext cx="73152" cy="4297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1546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facts about user, domain, preferences — consulted by ContextAssembly on future runs.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5486400"/>
            <a:ext cx="3108960" cy="548640"/>
          </a:xfrm>
          <a:prstGeom prst="rect">
            <a:avLst/>
          </a:prstGeom>
          <a:solidFill>
            <a:srgbClr val="0B1437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55595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memory/semantic.json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83880" y="2011680"/>
            <a:ext cx="3657600" cy="42976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2011680"/>
            <a:ext cx="73152" cy="4297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Sleep-time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5820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31546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consolidates duplicates, drops stale episodes, and merges near-duplicates into a single entry.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58200" y="5486400"/>
            <a:ext cx="3108960" cy="548640"/>
          </a:xfrm>
          <a:prstGeom prst="rect">
            <a:avLst/>
          </a:prstGeom>
          <a:solidFill>
            <a:srgbClr val="0B1437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55595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memory_token_budget=4000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· LANGCHAIN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learning for AI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40690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069848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surfaces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Harness /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model frozen, harness + context evolved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27832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19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edits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3192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pattern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3319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HarnessConfig store, pairwise-gated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41064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325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edits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40325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skills + memory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40325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PromptStore + skill library + episodic/semantic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654296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457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47457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prescribed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47457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promotion_score + held-out pairwise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367528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589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semantics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5458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54589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monotonic ratchet, no silent rollback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· STANFORD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 (yoonholee)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40690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META-HARNESS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069848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target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parameters only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AND prompt, independently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27832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19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3192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 round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3319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 per surface, most-conservative wins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41064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325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40325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task pairwise judge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40325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_validate_on_holdout for both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654296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457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47457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pairwise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47457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pairwise_compare + multi-judge ensemble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367528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589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ratchet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5458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emphasized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54589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promotion_score, LATEST-wins selection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· KARPATHY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11064240" cy="40690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AUTORESEARCH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1069848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LLM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deep agent + 6 middlewares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27832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192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3192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that edits its own 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3319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plus a between-runs daemon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41064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325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target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40325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&amp; skills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40325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skills, harness config, memory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654296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457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logic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47457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best-observed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47457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promotion_score + pairwise ratchet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367528"/>
            <a:ext cx="10698480" cy="9144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589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5458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scaffold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54589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continuously as a daemon on user traces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DIFFERENT 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properties you won't get from any of the three alone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577840" cy="15544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ratchet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promotion_score is frozen, get_current returns LATEST. Progress can't silently roll back.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577840" cy="15544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92024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57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866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gates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harness share the same held-out pairwise gate — apples-to-apples both sides.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577840" cy="15544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118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173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 grading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dataset. Four graders triangulate, with a hallucination guard via web spot-check.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611880"/>
            <a:ext cx="5577840" cy="15544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611880"/>
            <a:ext cx="73152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866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Two-package discipline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343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evoagent/ is a portable library; src/ is the research app. You can pip-install the harness separately.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5303520"/>
            <a:ext cx="5577840" cy="155448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5303520"/>
            <a:ext cx="73152" cy="1554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5440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114800" y="5486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defaults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20440" y="6035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during validation count as candidate losses. Holdout-too-small falls back to training batch with a warning.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ratchet hasn't solved yet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18288"/>
          </a:xfrm>
          <a:prstGeom prst="rect">
            <a:avLst/>
          </a:prstGeom>
          <a:solidFill>
            <a:srgbClr val="2D3F73"/>
          </a:solidFill>
          <a:ln w="12700">
            <a:solidFill>
              <a:srgbClr val="2D3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5577840" cy="118872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split, but size and representativeness need audit. A bad holdout quietly locks the ratchet.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577840" cy="118872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920240"/>
            <a:ext cx="73152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judge drift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8716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LLM is also frozen weights — but its own behavior can drift on policy updates. Need periodic calibration.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18688"/>
            <a:ext cx="5577840" cy="118872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18688"/>
            <a:ext cx="73152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library pruning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78561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today; no retirement policy for antibodies that become irrelevant. Can bloat context.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218688"/>
            <a:ext cx="5577840" cy="118872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218688"/>
            <a:ext cx="73152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Outer-loop autonomy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378561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still needs a human to approve code diffs on the middleware itself.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4517136"/>
            <a:ext cx="5577840" cy="1188720"/>
          </a:xfrm>
          <a:prstGeom prst="rect">
            <a:avLst/>
          </a:prstGeom>
          <a:solidFill>
            <a:srgbClr val="162449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4517136"/>
            <a:ext cx="73152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4700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accounting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20440" y="508406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runs double cost per cycle. Need a budgeted scheduler to cap spend.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automated holdout freshness check, cost-budgeted cycles, and prompt × harness joint optimization.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Self-Evolving Research Agents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ratchet beats a search.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self-improving agent can propose better versions.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is that yesterday's champion is never silently demoted.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3657600" cy="146304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57200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baseline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5166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promotion_score is a contract with history.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4572000"/>
            <a:ext cx="3657600" cy="146304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457200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both surfaces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5166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pairwise for prompts AND harness.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4572000"/>
            <a:ext cx="3657600" cy="1463040"/>
          </a:xfrm>
          <a:prstGeom prst="rect">
            <a:avLst/>
          </a:prstGeom>
          <a:solidFill>
            <a:srgbClr val="1E2D5C"/>
          </a:solidFill>
          <a:ln w="9525">
            <a:solidFill>
              <a:srgbClr val="2D3F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457200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output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9680" y="5166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the agent grade a message it didn't write.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Self-Evolving Research Agents</dc:title>
  <dc:subject>PptxGenJS Presentation</dc:subject>
  <dc:creator>VP Engineering</dc:creator>
  <cp:lastModifiedBy>VP Engineering</cp:lastModifiedBy>
  <cp:revision>1</cp:revision>
  <dcterms:created xsi:type="dcterms:W3CDTF">2026-04-07T13:35:34Z</dcterms:created>
  <dcterms:modified xsi:type="dcterms:W3CDTF">2026-04-07T13:35:34Z</dcterms:modified>
</cp:coreProperties>
</file>